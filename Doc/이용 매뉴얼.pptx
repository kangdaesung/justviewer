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7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D36D8-EEE6-4EB4-B410-00C4938518AF}" type="datetimeFigureOut">
              <a:rPr lang="ko-KR" altLang="en-US" smtClean="0"/>
              <a:t>2013-08-30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ABDF7-3002-40AD-807B-F6588A92B0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9222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D36D8-EEE6-4EB4-B410-00C4938518AF}" type="datetimeFigureOut">
              <a:rPr lang="ko-KR" altLang="en-US" smtClean="0"/>
              <a:t>2013-08-30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ABDF7-3002-40AD-807B-F6588A92B0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7215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D36D8-EEE6-4EB4-B410-00C4938518AF}" type="datetimeFigureOut">
              <a:rPr lang="ko-KR" altLang="en-US" smtClean="0"/>
              <a:t>2013-08-30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ABDF7-3002-40AD-807B-F6588A92B0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159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D36D8-EEE6-4EB4-B410-00C4938518AF}" type="datetimeFigureOut">
              <a:rPr lang="ko-KR" altLang="en-US" smtClean="0"/>
              <a:t>2013-08-30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ABDF7-3002-40AD-807B-F6588A92B0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236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D36D8-EEE6-4EB4-B410-00C4938518AF}" type="datetimeFigureOut">
              <a:rPr lang="ko-KR" altLang="en-US" smtClean="0"/>
              <a:t>2013-08-30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ABDF7-3002-40AD-807B-F6588A92B0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5120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D36D8-EEE6-4EB4-B410-00C4938518AF}" type="datetimeFigureOut">
              <a:rPr lang="ko-KR" altLang="en-US" smtClean="0"/>
              <a:t>2013-08-30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ABDF7-3002-40AD-807B-F6588A92B0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7545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D36D8-EEE6-4EB4-B410-00C4938518AF}" type="datetimeFigureOut">
              <a:rPr lang="ko-KR" altLang="en-US" smtClean="0"/>
              <a:t>2013-08-30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ABDF7-3002-40AD-807B-F6588A92B0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819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D36D8-EEE6-4EB4-B410-00C4938518AF}" type="datetimeFigureOut">
              <a:rPr lang="ko-KR" altLang="en-US" smtClean="0"/>
              <a:t>2013-08-30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ABDF7-3002-40AD-807B-F6588A92B0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931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D36D8-EEE6-4EB4-B410-00C4938518AF}" type="datetimeFigureOut">
              <a:rPr lang="ko-KR" altLang="en-US" smtClean="0"/>
              <a:t>2013-08-30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ABDF7-3002-40AD-807B-F6588A92B0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05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D36D8-EEE6-4EB4-B410-00C4938518AF}" type="datetimeFigureOut">
              <a:rPr lang="ko-KR" altLang="en-US" smtClean="0"/>
              <a:t>2013-08-30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ABDF7-3002-40AD-807B-F6588A92B0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2302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D36D8-EEE6-4EB4-B410-00C4938518AF}" type="datetimeFigureOut">
              <a:rPr lang="ko-KR" altLang="en-US" smtClean="0"/>
              <a:t>2013-08-30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ABDF7-3002-40AD-807B-F6588A92B0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5541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D36D8-EEE6-4EB4-B410-00C4938518AF}" type="datetimeFigureOut">
              <a:rPr lang="ko-KR" altLang="en-US" smtClean="0"/>
              <a:t>2013-08-30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1ABDF7-3002-40AD-807B-F6588A92B0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2977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이용 매뉴얼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Just Viewer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4968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Main </a:t>
            </a:r>
            <a:r>
              <a:rPr lang="ko-KR" altLang="en-US" dirty="0" smtClean="0"/>
              <a:t>화면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75856" y="1628800"/>
            <a:ext cx="5554960" cy="4565104"/>
          </a:xfrm>
        </p:spPr>
        <p:txBody>
          <a:bodyPr>
            <a:normAutofit fontScale="77500" lnSpcReduction="20000"/>
          </a:bodyPr>
          <a:lstStyle/>
          <a:p>
            <a:r>
              <a:rPr lang="ko-KR" altLang="en-US" dirty="0" smtClean="0"/>
              <a:t>상단 </a:t>
            </a:r>
            <a:r>
              <a:rPr lang="en-US" altLang="ko-KR" dirty="0" smtClean="0"/>
              <a:t>Icon</a:t>
            </a:r>
            <a:r>
              <a:rPr lang="ko-KR" altLang="en-US" dirty="0" smtClean="0"/>
              <a:t>에 따라 </a:t>
            </a:r>
            <a:r>
              <a:rPr lang="en-US" altLang="ko-KR" dirty="0" smtClean="0"/>
              <a:t>File browser</a:t>
            </a:r>
            <a:r>
              <a:rPr lang="ko-KR" altLang="en-US" dirty="0" smtClean="0"/>
              <a:t>가 열리며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</a:t>
            </a:r>
            <a:r>
              <a:rPr lang="en-US" altLang="ko-KR" dirty="0" smtClean="0"/>
              <a:t>icon</a:t>
            </a:r>
            <a:r>
              <a:rPr lang="ko-KR" altLang="en-US" dirty="0" smtClean="0"/>
              <a:t>에 해당하는 파일만 </a:t>
            </a:r>
            <a:r>
              <a:rPr lang="ko-KR" altLang="en-US" dirty="0" err="1" smtClean="0"/>
              <a:t>볼수</a:t>
            </a:r>
            <a:r>
              <a:rPr lang="ko-KR" altLang="en-US" dirty="0" smtClean="0"/>
              <a:t> 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중앙의 화면은 즐겨 찾기를 등록한 폴더가 나타나며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음악의 경우는 좌측에 폴더의 음악을 플레이 </a:t>
            </a:r>
            <a:r>
              <a:rPr lang="ko-KR" altLang="en-US" dirty="0" err="1" smtClean="0"/>
              <a:t>할수</a:t>
            </a:r>
            <a:r>
              <a:rPr lang="ko-KR" altLang="en-US" dirty="0" smtClean="0"/>
              <a:t> 있는 버튼이 제공된다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하단의 </a:t>
            </a:r>
            <a:r>
              <a:rPr lang="en-US" altLang="ko-KR" dirty="0" smtClean="0"/>
              <a:t>bar</a:t>
            </a:r>
            <a:r>
              <a:rPr lang="ko-KR" altLang="en-US" dirty="0" smtClean="0"/>
              <a:t>는 기능 버튼이 제공되며 각 메뉴에 따라 선택된 </a:t>
            </a:r>
            <a:r>
              <a:rPr lang="en-US" altLang="ko-KR" dirty="0" smtClean="0"/>
              <a:t>item</a:t>
            </a:r>
            <a:r>
              <a:rPr lang="ko-KR" altLang="en-US" dirty="0" smtClean="0"/>
              <a:t>에 따라 다른 버튼이 나타난다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628800"/>
            <a:ext cx="2617389" cy="4653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6267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Browser </a:t>
            </a:r>
            <a:r>
              <a:rPr lang="ko-KR" altLang="en-US" dirty="0" smtClean="0"/>
              <a:t>화면 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51920" y="1600200"/>
            <a:ext cx="4834880" cy="4525963"/>
          </a:xfrm>
        </p:spPr>
        <p:txBody>
          <a:bodyPr/>
          <a:lstStyle/>
          <a:p>
            <a:r>
              <a:rPr lang="ko-KR" altLang="en-US" dirty="0" smtClean="0"/>
              <a:t>상단 버튼을 선택하면 나타나는 화면이다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상단 중앙의 </a:t>
            </a:r>
            <a:r>
              <a:rPr lang="en-US" altLang="ko-KR" dirty="0" smtClean="0"/>
              <a:t>text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folder</a:t>
            </a:r>
            <a:r>
              <a:rPr lang="ko-KR" altLang="en-US" dirty="0" smtClean="0"/>
              <a:t>의 경로를 나타내며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우측의 아이콘은 </a:t>
            </a:r>
            <a:r>
              <a:rPr lang="ko-KR" altLang="en-US" dirty="0" err="1" smtClean="0"/>
              <a:t>즐겨찾기로</a:t>
            </a:r>
            <a:r>
              <a:rPr lang="ko-KR" altLang="en-US" dirty="0" smtClean="0"/>
              <a:t> 등록된 리스트를 보여준다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484783"/>
            <a:ext cx="2592288" cy="4608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3108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Browser </a:t>
            </a:r>
            <a:r>
              <a:rPr lang="ko-KR" altLang="en-US" dirty="0" smtClean="0"/>
              <a:t>화면 </a:t>
            </a:r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51920" y="1600200"/>
            <a:ext cx="4834880" cy="4525963"/>
          </a:xfrm>
        </p:spPr>
        <p:txBody>
          <a:bodyPr/>
          <a:lstStyle/>
          <a:p>
            <a:r>
              <a:rPr lang="ko-KR" altLang="en-US" dirty="0" smtClean="0"/>
              <a:t>우측 상단의 버튼을 누르면 가운데가 열리며 </a:t>
            </a:r>
            <a:r>
              <a:rPr lang="ko-KR" altLang="en-US" dirty="0" err="1" smtClean="0"/>
              <a:t>즐겨찾기</a:t>
            </a:r>
            <a:r>
              <a:rPr lang="ko-KR" altLang="en-US" dirty="0" smtClean="0"/>
              <a:t> 추가된 폴더 리스트가 나타난다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선택하면 해당 폴더로 이동한다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484784"/>
            <a:ext cx="2592288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2897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Image </a:t>
            </a:r>
            <a:r>
              <a:rPr lang="ko-KR" altLang="en-US" dirty="0" smtClean="0"/>
              <a:t>책 보기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95536" y="5373216"/>
            <a:ext cx="2106234" cy="1512168"/>
          </a:xfrm>
        </p:spPr>
        <p:txBody>
          <a:bodyPr>
            <a:normAutofit/>
          </a:bodyPr>
          <a:lstStyle/>
          <a:p>
            <a:r>
              <a:rPr lang="ko-KR" altLang="en-US" sz="1100" dirty="0" smtClean="0"/>
              <a:t>만화책</a:t>
            </a:r>
            <a:r>
              <a:rPr lang="en-US" altLang="ko-KR" sz="1100" dirty="0" smtClean="0"/>
              <a:t>, </a:t>
            </a:r>
            <a:r>
              <a:rPr lang="ko-KR" altLang="en-US" sz="1100" dirty="0" smtClean="0"/>
              <a:t>소설 책을 </a:t>
            </a:r>
            <a:r>
              <a:rPr lang="ko-KR" altLang="en-US" sz="1100" dirty="0" err="1" smtClean="0"/>
              <a:t>볼수</a:t>
            </a:r>
            <a:r>
              <a:rPr lang="ko-KR" altLang="en-US" sz="1100" dirty="0" smtClean="0"/>
              <a:t> 있다</a:t>
            </a:r>
            <a:r>
              <a:rPr lang="en-US" altLang="ko-KR" sz="1100" dirty="0" smtClean="0"/>
              <a:t>.</a:t>
            </a: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5863708" y="1510880"/>
            <a:ext cx="3028771" cy="31422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 smtClean="0"/>
              <a:t>화면을 </a:t>
            </a:r>
            <a:r>
              <a:rPr lang="ko-KR" altLang="en-US" sz="1200" dirty="0" err="1" smtClean="0"/>
              <a:t>탭하면</a:t>
            </a:r>
            <a:r>
              <a:rPr lang="ko-KR" altLang="en-US" sz="1200" dirty="0" smtClean="0"/>
              <a:t> 나타나는 화면</a:t>
            </a:r>
            <a:endParaRPr lang="en-US" altLang="ko-KR" sz="1200" dirty="0" smtClean="0"/>
          </a:p>
          <a:p>
            <a:r>
              <a:rPr lang="ko-KR" altLang="en-US" sz="1200" dirty="0" smtClean="0"/>
              <a:t>가운데 버튼은 책을 보는 중에 선택하면 페이지를 이동한다</a:t>
            </a:r>
            <a:r>
              <a:rPr lang="en-US" altLang="ko-KR" sz="1200" dirty="0" smtClean="0"/>
              <a:t>.</a:t>
            </a:r>
          </a:p>
          <a:p>
            <a:r>
              <a:rPr lang="ko-KR" altLang="en-US" sz="1200" dirty="0" smtClean="0"/>
              <a:t>크기와 위치를 </a:t>
            </a:r>
            <a:r>
              <a:rPr lang="ko-KR" altLang="en-US" sz="1200" dirty="0" err="1" smtClean="0"/>
              <a:t>조절할수</a:t>
            </a:r>
            <a:r>
              <a:rPr lang="ko-KR" altLang="en-US" sz="1200" dirty="0" smtClean="0"/>
              <a:t> 있다</a:t>
            </a:r>
            <a:r>
              <a:rPr lang="en-US" altLang="ko-KR" sz="1200" dirty="0" smtClean="0"/>
              <a:t>.</a:t>
            </a:r>
          </a:p>
          <a:p>
            <a:r>
              <a:rPr lang="ko-KR" altLang="en-US" sz="1200" dirty="0" smtClean="0"/>
              <a:t>슬라이드로 페이지를 이동할 수 있다</a:t>
            </a:r>
            <a:r>
              <a:rPr lang="en-US" altLang="ko-KR" sz="1200" dirty="0" smtClean="0"/>
              <a:t>.</a:t>
            </a:r>
          </a:p>
          <a:p>
            <a:r>
              <a:rPr lang="ko-KR" altLang="en-US" sz="1200" dirty="0" smtClean="0"/>
              <a:t>하단 버튼은 아래와 같다</a:t>
            </a:r>
            <a:r>
              <a:rPr lang="en-US" altLang="ko-KR" sz="1200" dirty="0" smtClean="0"/>
              <a:t>.</a:t>
            </a:r>
          </a:p>
          <a:p>
            <a:pPr lvl="1"/>
            <a:r>
              <a:rPr lang="ko-KR" altLang="en-US" sz="1200" dirty="0" smtClean="0"/>
              <a:t>책 보는 방향 선택</a:t>
            </a:r>
            <a:endParaRPr lang="en-US" altLang="ko-KR" sz="1200" dirty="0" smtClean="0"/>
          </a:p>
          <a:p>
            <a:pPr lvl="1"/>
            <a:r>
              <a:rPr lang="ko-KR" altLang="en-US" sz="1200" dirty="0" smtClean="0"/>
              <a:t>첫 페이지로 이동</a:t>
            </a:r>
            <a:endParaRPr lang="en-US" altLang="ko-KR" sz="1200" dirty="0" smtClean="0"/>
          </a:p>
          <a:p>
            <a:pPr lvl="1"/>
            <a:r>
              <a:rPr lang="ko-KR" altLang="en-US" sz="1200" dirty="0" smtClean="0"/>
              <a:t>슬라이드 쇼 보기</a:t>
            </a:r>
            <a:endParaRPr lang="en-US" altLang="ko-KR" sz="1200" dirty="0" smtClean="0"/>
          </a:p>
          <a:p>
            <a:pPr lvl="1"/>
            <a:r>
              <a:rPr lang="ko-KR" altLang="en-US" sz="1200" dirty="0" smtClean="0"/>
              <a:t>음악 </a:t>
            </a:r>
            <a:r>
              <a:rPr lang="ko-KR" altLang="en-US" sz="1200" dirty="0" err="1" smtClean="0"/>
              <a:t>판넬</a:t>
            </a:r>
            <a:r>
              <a:rPr lang="ko-KR" altLang="en-US" sz="1200" dirty="0" smtClean="0"/>
              <a:t> 열기 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음악이 플레이 </a:t>
            </a:r>
            <a:r>
              <a:rPr lang="ko-KR" altLang="en-US" sz="1200" dirty="0" err="1" smtClean="0"/>
              <a:t>중일경우만</a:t>
            </a:r>
            <a:r>
              <a:rPr lang="ko-KR" altLang="en-US" sz="1200" dirty="0" smtClean="0"/>
              <a:t> 보임</a:t>
            </a:r>
            <a:r>
              <a:rPr lang="en-US" altLang="ko-KR" sz="1200" dirty="0" smtClean="0"/>
              <a:t>)</a:t>
            </a:r>
          </a:p>
          <a:p>
            <a:pPr lvl="1"/>
            <a:r>
              <a:rPr lang="ko-KR" altLang="en-US" sz="1200" dirty="0" smtClean="0"/>
              <a:t>페이지 이동</a:t>
            </a:r>
            <a:endParaRPr lang="en-US" altLang="ko-KR" sz="1200" dirty="0" smtClean="0"/>
          </a:p>
          <a:p>
            <a:r>
              <a:rPr lang="ko-KR" altLang="en-US" sz="1600" dirty="0" smtClean="0"/>
              <a:t>화면을 더블 </a:t>
            </a:r>
            <a:r>
              <a:rPr lang="ko-KR" altLang="en-US" sz="1600" dirty="0" err="1" smtClean="0"/>
              <a:t>탭하면</a:t>
            </a:r>
            <a:r>
              <a:rPr lang="ko-KR" altLang="en-US" sz="1600" dirty="0" smtClean="0"/>
              <a:t> 확대 축소 할 수 있다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2</a:t>
            </a:r>
            <a:r>
              <a:rPr lang="ko-KR" altLang="en-US" sz="1600" dirty="0" smtClean="0"/>
              <a:t>터치 줌인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아웃 기능 제공</a:t>
            </a:r>
            <a:endParaRPr lang="ko-KR" altLang="en-US" sz="1600" dirty="0"/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395536" y="1124744"/>
            <a:ext cx="5472608" cy="288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100" dirty="0" smtClean="0"/>
              <a:t>이미지 책 </a:t>
            </a:r>
            <a:r>
              <a:rPr lang="en-US" altLang="ko-KR" sz="1100" dirty="0" smtClean="0"/>
              <a:t>(Zip </a:t>
            </a:r>
            <a:r>
              <a:rPr lang="ko-KR" altLang="en-US" sz="1100" dirty="0" smtClean="0"/>
              <a:t>파일</a:t>
            </a:r>
            <a:r>
              <a:rPr lang="en-US" altLang="ko-KR" sz="1100" dirty="0" smtClean="0"/>
              <a:t>)</a:t>
            </a:r>
            <a:r>
              <a:rPr lang="ko-KR" altLang="en-US" sz="1100" dirty="0" smtClean="0"/>
              <a:t>을 선택하면 나타나는 화면</a:t>
            </a:r>
            <a:endParaRPr lang="en-US" altLang="ko-KR" sz="1100" dirty="0" smtClean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06734"/>
            <a:ext cx="2088232" cy="371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5775" y="1510880"/>
            <a:ext cx="2091471" cy="3718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1513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Text Viewer</a:t>
            </a:r>
            <a:endParaRPr lang="ko-KR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5" y="1700808"/>
            <a:ext cx="1903712" cy="338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내용 개체 틀 2"/>
          <p:cNvSpPr txBox="1">
            <a:spLocks/>
          </p:cNvSpPr>
          <p:nvPr/>
        </p:nvSpPr>
        <p:spPr>
          <a:xfrm>
            <a:off x="395536" y="5373216"/>
            <a:ext cx="2106234" cy="15121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100" dirty="0" smtClean="0"/>
              <a:t>텍스트 책을 선택하면 볼 수 있다</a:t>
            </a:r>
            <a:r>
              <a:rPr lang="en-US" altLang="ko-KR" sz="1100" dirty="0" smtClean="0"/>
              <a:t>.</a:t>
            </a:r>
            <a:endParaRPr lang="en-US" altLang="ko-KR" sz="1100" dirty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700808"/>
            <a:ext cx="2065730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내용 개체 틀 2"/>
          <p:cNvSpPr txBox="1">
            <a:spLocks/>
          </p:cNvSpPr>
          <p:nvPr/>
        </p:nvSpPr>
        <p:spPr>
          <a:xfrm>
            <a:off x="5863708" y="1510880"/>
            <a:ext cx="3028771" cy="31422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 smtClean="0"/>
              <a:t>화면을 </a:t>
            </a:r>
            <a:r>
              <a:rPr lang="ko-KR" altLang="en-US" sz="1200" dirty="0" err="1" smtClean="0"/>
              <a:t>탭하면</a:t>
            </a:r>
            <a:r>
              <a:rPr lang="ko-KR" altLang="en-US" sz="1200" dirty="0" smtClean="0"/>
              <a:t> 나타나는 화면</a:t>
            </a:r>
            <a:endParaRPr lang="en-US" altLang="ko-KR" sz="1200" dirty="0" smtClean="0"/>
          </a:p>
          <a:p>
            <a:r>
              <a:rPr lang="ko-KR" altLang="en-US" sz="1200" dirty="0" smtClean="0"/>
              <a:t>가운데 버튼은 이미지 책과 동일하다</a:t>
            </a:r>
            <a:r>
              <a:rPr lang="en-US" altLang="ko-KR" sz="1200" dirty="0" smtClean="0"/>
              <a:t>.</a:t>
            </a:r>
          </a:p>
          <a:p>
            <a:r>
              <a:rPr lang="ko-KR" altLang="en-US" sz="1200" dirty="0" smtClean="0"/>
              <a:t>하단 버튼은 아래와 같다</a:t>
            </a:r>
            <a:r>
              <a:rPr lang="en-US" altLang="ko-KR" sz="1200" dirty="0" smtClean="0"/>
              <a:t>.</a:t>
            </a:r>
          </a:p>
          <a:p>
            <a:pPr lvl="1"/>
            <a:r>
              <a:rPr lang="en-US" altLang="ko-KR" sz="1200" dirty="0" smtClean="0"/>
              <a:t>Text </a:t>
            </a:r>
            <a:r>
              <a:rPr lang="ko-KR" altLang="en-US" sz="1200" dirty="0" smtClean="0"/>
              <a:t>설정</a:t>
            </a:r>
            <a:endParaRPr lang="en-US" altLang="ko-KR" sz="1200" dirty="0" smtClean="0"/>
          </a:p>
          <a:p>
            <a:pPr lvl="1"/>
            <a:r>
              <a:rPr lang="en-US" altLang="ko-KR" sz="1200" dirty="0" smtClean="0"/>
              <a:t>Auto scroll </a:t>
            </a:r>
            <a:r>
              <a:rPr lang="ko-KR" altLang="en-US" sz="1200" dirty="0" smtClean="0"/>
              <a:t>기능</a:t>
            </a:r>
            <a:endParaRPr lang="en-US" altLang="ko-KR" sz="1600" dirty="0" smtClean="0"/>
          </a:p>
          <a:p>
            <a:r>
              <a:rPr lang="en-US" altLang="ko-KR" sz="1600" dirty="0" smtClean="0"/>
              <a:t>Text </a:t>
            </a:r>
            <a:r>
              <a:rPr lang="ko-KR" altLang="en-US" sz="1600" dirty="0" smtClean="0"/>
              <a:t>설정 버튼을 누르면 가운데 흰 바탕의 설정 팝업이 나타난다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356702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Music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95536" y="5373216"/>
            <a:ext cx="2106234" cy="1512168"/>
          </a:xfrm>
        </p:spPr>
        <p:txBody>
          <a:bodyPr>
            <a:normAutofit/>
          </a:bodyPr>
          <a:lstStyle/>
          <a:p>
            <a:r>
              <a:rPr lang="ko-KR" altLang="en-US" sz="1100" dirty="0" smtClean="0"/>
              <a:t>둥글게 튀어나온 부분을 누르면 </a:t>
            </a:r>
            <a:r>
              <a:rPr lang="ko-KR" altLang="en-US" sz="1100" dirty="0" err="1" smtClean="0"/>
              <a:t>닫을수</a:t>
            </a:r>
            <a:r>
              <a:rPr lang="ko-KR" altLang="en-US" sz="1100" dirty="0" smtClean="0"/>
              <a:t> 있다</a:t>
            </a:r>
            <a:r>
              <a:rPr lang="en-US" altLang="ko-KR" sz="1100" dirty="0" smtClean="0"/>
              <a:t>.</a:t>
            </a:r>
          </a:p>
          <a:p>
            <a:r>
              <a:rPr lang="ko-KR" altLang="en-US" sz="1100" dirty="0" smtClean="0"/>
              <a:t>좌측 </a:t>
            </a:r>
            <a:r>
              <a:rPr lang="ko-KR" altLang="en-US" sz="1100" dirty="0" err="1" smtClean="0"/>
              <a:t>부터</a:t>
            </a:r>
            <a:r>
              <a:rPr lang="ko-KR" altLang="en-US" sz="1100" dirty="0" smtClean="0"/>
              <a:t> 순서대로</a:t>
            </a:r>
            <a:endParaRPr lang="en-US" altLang="ko-KR" sz="1100" dirty="0" smtClean="0"/>
          </a:p>
          <a:p>
            <a:pPr lvl="1"/>
            <a:r>
              <a:rPr lang="en-US" altLang="ko-KR" sz="700" dirty="0" smtClean="0"/>
              <a:t>Sleep Timer </a:t>
            </a:r>
            <a:r>
              <a:rPr lang="ko-KR" altLang="en-US" sz="700" dirty="0" smtClean="0"/>
              <a:t>버튼</a:t>
            </a:r>
            <a:endParaRPr lang="en-US" altLang="ko-KR" sz="700" dirty="0" smtClean="0"/>
          </a:p>
          <a:p>
            <a:pPr lvl="1"/>
            <a:r>
              <a:rPr lang="ko-KR" altLang="en-US" sz="700" dirty="0" smtClean="0"/>
              <a:t>음악 섞기</a:t>
            </a:r>
            <a:endParaRPr lang="en-US" altLang="ko-KR" sz="700" dirty="0" smtClean="0"/>
          </a:p>
          <a:p>
            <a:pPr lvl="1"/>
            <a:r>
              <a:rPr lang="ko-KR" altLang="en-US" sz="700" dirty="0" smtClean="0"/>
              <a:t>이전 곡</a:t>
            </a:r>
            <a:endParaRPr lang="en-US" altLang="ko-KR" sz="700" dirty="0" smtClean="0"/>
          </a:p>
          <a:p>
            <a:pPr lvl="1"/>
            <a:r>
              <a:rPr lang="en-US" altLang="ko-KR" sz="700" dirty="0" smtClean="0"/>
              <a:t>Play or pause</a:t>
            </a:r>
          </a:p>
          <a:p>
            <a:pPr lvl="1"/>
            <a:r>
              <a:rPr lang="ko-KR" altLang="en-US" sz="700" dirty="0" smtClean="0"/>
              <a:t>다음 곡</a:t>
            </a:r>
            <a:endParaRPr lang="en-US" altLang="ko-KR" sz="700" dirty="0" smtClean="0"/>
          </a:p>
          <a:p>
            <a:pPr lvl="1"/>
            <a:r>
              <a:rPr lang="ko-KR" altLang="en-US" sz="700" dirty="0" smtClean="0"/>
              <a:t>이미지 파일 삭제</a:t>
            </a:r>
            <a:endParaRPr lang="en-US" altLang="ko-KR" sz="700" dirty="0" smtClean="0"/>
          </a:p>
          <a:p>
            <a:endParaRPr lang="en-US" altLang="ko-KR" sz="1100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484784"/>
            <a:ext cx="2106234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1513383"/>
            <a:ext cx="2080752" cy="3699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1513383"/>
            <a:ext cx="2094644" cy="3723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내용 개체 틀 2"/>
          <p:cNvSpPr txBox="1">
            <a:spLocks/>
          </p:cNvSpPr>
          <p:nvPr/>
        </p:nvSpPr>
        <p:spPr>
          <a:xfrm>
            <a:off x="3394390" y="5373216"/>
            <a:ext cx="2106234" cy="1440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100" dirty="0" smtClean="0"/>
              <a:t>우측 버튼을 누르면 나타나는 화면</a:t>
            </a:r>
            <a:endParaRPr lang="en-US" altLang="ko-KR" sz="1100" dirty="0" smtClean="0"/>
          </a:p>
          <a:p>
            <a:r>
              <a:rPr lang="ko-KR" altLang="en-US" sz="1100" dirty="0" smtClean="0"/>
              <a:t>가사가 있는 경우 가사를 </a:t>
            </a:r>
            <a:r>
              <a:rPr lang="ko-KR" altLang="en-US" sz="1100" dirty="0" err="1" smtClean="0"/>
              <a:t>볼수</a:t>
            </a:r>
            <a:r>
              <a:rPr lang="ko-KR" altLang="en-US" sz="1100" dirty="0" smtClean="0"/>
              <a:t> 있다</a:t>
            </a:r>
            <a:r>
              <a:rPr lang="en-US" altLang="ko-KR" sz="1100" dirty="0" smtClean="0"/>
              <a:t>.</a:t>
            </a:r>
            <a:endParaRPr lang="ko-KR" altLang="en-US" sz="1100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6142968" y="5373216"/>
            <a:ext cx="2106234" cy="1440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100" dirty="0" smtClean="0"/>
              <a:t>좌측 버튼을 누르면 나타나는 화면</a:t>
            </a:r>
            <a:endParaRPr lang="en-US" altLang="ko-KR" sz="1100" dirty="0" smtClean="0"/>
          </a:p>
          <a:p>
            <a:r>
              <a:rPr lang="ko-KR" altLang="en-US" sz="1100" dirty="0" smtClean="0"/>
              <a:t>플레이 리스트를 보여준다</a:t>
            </a:r>
            <a:r>
              <a:rPr lang="en-US" altLang="ko-KR" sz="1100" dirty="0" smtClean="0"/>
              <a:t>.</a:t>
            </a:r>
            <a:endParaRPr lang="ko-KR" altLang="en-US" sz="1100" dirty="0"/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395536" y="1124744"/>
            <a:ext cx="5472608" cy="288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100" dirty="0" smtClean="0"/>
              <a:t>음악을 </a:t>
            </a:r>
            <a:r>
              <a:rPr lang="ko-KR" altLang="en-US" sz="1100" dirty="0" err="1" smtClean="0"/>
              <a:t>플레이하면</a:t>
            </a:r>
            <a:r>
              <a:rPr lang="ko-KR" altLang="en-US" sz="1100" dirty="0" smtClean="0"/>
              <a:t> 화면과 같이 </a:t>
            </a:r>
            <a:r>
              <a:rPr lang="en-US" altLang="ko-KR" sz="1100" dirty="0" smtClean="0"/>
              <a:t>music </a:t>
            </a:r>
            <a:r>
              <a:rPr lang="ko-KR" altLang="en-US" sz="1100" dirty="0" err="1" smtClean="0"/>
              <a:t>판넬이</a:t>
            </a:r>
            <a:r>
              <a:rPr lang="ko-KR" altLang="en-US" sz="1100" dirty="0" smtClean="0"/>
              <a:t> 나타난다</a:t>
            </a:r>
            <a:r>
              <a:rPr lang="en-US" altLang="ko-KR" sz="11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005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동영상 보기</a:t>
            </a:r>
            <a:endParaRPr lang="ko-KR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3152743" y="482664"/>
            <a:ext cx="2576885" cy="458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내용 개체 틀 2"/>
          <p:cNvSpPr txBox="1">
            <a:spLocks/>
          </p:cNvSpPr>
          <p:nvPr/>
        </p:nvSpPr>
        <p:spPr>
          <a:xfrm>
            <a:off x="683568" y="4149080"/>
            <a:ext cx="7851091" cy="216024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 smtClean="0"/>
              <a:t>동영상 파일을 선택하면 나타난다</a:t>
            </a:r>
            <a:r>
              <a:rPr lang="en-US" altLang="ko-KR" sz="1200" dirty="0" smtClean="0"/>
              <a:t>.</a:t>
            </a:r>
          </a:p>
          <a:p>
            <a:r>
              <a:rPr lang="ko-KR" altLang="en-US" sz="1200" dirty="0" smtClean="0"/>
              <a:t>좌측 화면을 터치 스크롤 하면 화면 밝기를 조절한다</a:t>
            </a:r>
            <a:r>
              <a:rPr lang="en-US" altLang="ko-KR" sz="1200" dirty="0" smtClean="0"/>
              <a:t>.</a:t>
            </a:r>
          </a:p>
          <a:p>
            <a:r>
              <a:rPr lang="ko-KR" altLang="en-US" sz="1200" dirty="0" smtClean="0"/>
              <a:t>우측 화면을 터치 스크롤 하면 볼륨을 조절한다</a:t>
            </a:r>
            <a:r>
              <a:rPr lang="en-US" altLang="ko-KR" sz="1200" dirty="0" smtClean="0"/>
              <a:t>.</a:t>
            </a:r>
          </a:p>
          <a:p>
            <a:r>
              <a:rPr lang="ko-KR" altLang="en-US" sz="1200" dirty="0" smtClean="0"/>
              <a:t>하단 버튼은 아래와 같다</a:t>
            </a:r>
            <a:r>
              <a:rPr lang="en-US" altLang="ko-KR" sz="1200" dirty="0" smtClean="0"/>
              <a:t>.</a:t>
            </a:r>
          </a:p>
          <a:p>
            <a:pPr lvl="1"/>
            <a:r>
              <a:rPr lang="ko-KR" altLang="en-US" sz="1200" dirty="0" smtClean="0"/>
              <a:t>자막이 </a:t>
            </a:r>
            <a:r>
              <a:rPr lang="en-US" altLang="ko-KR" sz="1200" dirty="0" smtClean="0"/>
              <a:t>2</a:t>
            </a:r>
            <a:r>
              <a:rPr lang="ko-KR" altLang="en-US" sz="1200" dirty="0" smtClean="0"/>
              <a:t>개 이상인 경우 자막 선택</a:t>
            </a:r>
            <a:endParaRPr lang="en-US" altLang="ko-KR" sz="1200" dirty="0" smtClean="0"/>
          </a:p>
          <a:p>
            <a:pPr lvl="1"/>
            <a:r>
              <a:rPr lang="ko-KR" altLang="en-US" sz="1200" dirty="0" smtClean="0"/>
              <a:t>이전 동영상 보기</a:t>
            </a:r>
            <a:endParaRPr lang="en-US" altLang="ko-KR" sz="1200" dirty="0" smtClean="0"/>
          </a:p>
          <a:p>
            <a:pPr lvl="1"/>
            <a:r>
              <a:rPr lang="en-US" altLang="ko-KR" sz="1200" dirty="0" smtClean="0"/>
              <a:t>5</a:t>
            </a:r>
            <a:r>
              <a:rPr lang="ko-KR" altLang="en-US" sz="1200" dirty="0" smtClean="0"/>
              <a:t>초 전으로 돌아가기</a:t>
            </a:r>
            <a:endParaRPr lang="en-US" altLang="ko-KR" sz="1200" dirty="0" smtClean="0"/>
          </a:p>
          <a:p>
            <a:pPr lvl="1"/>
            <a:r>
              <a:rPr lang="en-US" altLang="ko-KR" sz="1200" dirty="0" smtClean="0"/>
              <a:t>Play or pause</a:t>
            </a:r>
          </a:p>
          <a:p>
            <a:pPr lvl="1"/>
            <a:r>
              <a:rPr lang="en-US" altLang="ko-KR" sz="1200" dirty="0" smtClean="0"/>
              <a:t>5</a:t>
            </a:r>
            <a:r>
              <a:rPr lang="ko-KR" altLang="en-US" sz="1200" dirty="0" smtClean="0"/>
              <a:t>초 후로 가기</a:t>
            </a:r>
            <a:endParaRPr lang="en-US" altLang="ko-KR" sz="1200" dirty="0"/>
          </a:p>
          <a:p>
            <a:pPr lvl="1"/>
            <a:r>
              <a:rPr lang="ko-KR" altLang="en-US" sz="1200" dirty="0" smtClean="0"/>
              <a:t>다음 동영상 보기</a:t>
            </a:r>
            <a:endParaRPr lang="en-US" altLang="ko-KR" sz="1200" dirty="0" smtClean="0"/>
          </a:p>
          <a:p>
            <a:pPr lvl="1"/>
            <a:r>
              <a:rPr lang="ko-KR" altLang="en-US" sz="1200" dirty="0" smtClean="0"/>
              <a:t>동영상 삭제</a:t>
            </a:r>
            <a:endParaRPr lang="en-US" altLang="ko-KR" sz="1200" dirty="0" smtClean="0"/>
          </a:p>
          <a:p>
            <a:r>
              <a:rPr lang="en-US" altLang="ko-KR" sz="1600" dirty="0" smtClean="0"/>
              <a:t>5</a:t>
            </a:r>
            <a:r>
              <a:rPr lang="ko-KR" altLang="en-US" sz="1600" dirty="0" smtClean="0"/>
              <a:t>초 전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후 버튼으로 </a:t>
            </a:r>
            <a:r>
              <a:rPr lang="ko-KR" altLang="en-US" sz="1600" dirty="0" err="1" smtClean="0"/>
              <a:t>이동시</a:t>
            </a:r>
            <a:r>
              <a:rPr lang="ko-KR" altLang="en-US" sz="1600" dirty="0" smtClean="0"/>
              <a:t> 동영상의 </a:t>
            </a:r>
            <a:r>
              <a:rPr lang="en-US" altLang="ko-KR" sz="1600" dirty="0" smtClean="0"/>
              <a:t>key frame</a:t>
            </a:r>
            <a:r>
              <a:rPr lang="ko-KR" altLang="en-US" sz="1600" dirty="0" smtClean="0"/>
              <a:t>로 인해 </a:t>
            </a:r>
            <a:r>
              <a:rPr lang="en-US" altLang="ko-KR" sz="1600" dirty="0" smtClean="0"/>
              <a:t>5</a:t>
            </a:r>
            <a:r>
              <a:rPr lang="ko-KR" altLang="en-US" sz="1600" dirty="0" smtClean="0"/>
              <a:t>초 이상 이동할 수 도 있다</a:t>
            </a:r>
            <a:r>
              <a:rPr lang="en-US" altLang="ko-KR" sz="1600" dirty="0" smtClean="0"/>
              <a:t>.</a:t>
            </a:r>
          </a:p>
          <a:p>
            <a:pPr marL="0" indent="0">
              <a:buNone/>
            </a:pPr>
            <a:endParaRPr lang="en-US" altLang="ko-KR" sz="2000" dirty="0" smtClean="0"/>
          </a:p>
        </p:txBody>
      </p:sp>
    </p:spTree>
    <p:extLst>
      <p:ext uri="{BB962C8B-B14F-4D97-AF65-F5344CB8AC3E}">
        <p14:creationId xmlns:p14="http://schemas.microsoft.com/office/powerpoint/2010/main" val="142496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360</Words>
  <Application>Microsoft Office PowerPoint</Application>
  <PresentationFormat>화면 슬라이드 쇼(4:3)</PresentationFormat>
  <Paragraphs>66</Paragraphs>
  <Slides>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9" baseType="lpstr">
      <vt:lpstr>Office 테마</vt:lpstr>
      <vt:lpstr>이용 매뉴얼</vt:lpstr>
      <vt:lpstr>Main 화면</vt:lpstr>
      <vt:lpstr>Browser 화면 1</vt:lpstr>
      <vt:lpstr>Browser 화면 2</vt:lpstr>
      <vt:lpstr>Image 책 보기</vt:lpstr>
      <vt:lpstr>Text Viewer</vt:lpstr>
      <vt:lpstr>Music</vt:lpstr>
      <vt:lpstr>동영상 보기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이용 매뉴얼</dc:title>
  <dc:creator>Android</dc:creator>
  <cp:lastModifiedBy>Android</cp:lastModifiedBy>
  <cp:revision>4</cp:revision>
  <dcterms:created xsi:type="dcterms:W3CDTF">2013-08-30T11:40:51Z</dcterms:created>
  <dcterms:modified xsi:type="dcterms:W3CDTF">2013-08-30T12:11:10Z</dcterms:modified>
</cp:coreProperties>
</file>